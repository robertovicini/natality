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492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16874A-0A4B-4AE7-9D7D-8796E1CCE6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21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2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B3D190-934F-45C0-AB88-6C35AB5F65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31560" y="274680"/>
            <a:ext cx="20577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2172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B05D03-487F-4112-B228-5DB6A9F595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21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2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C0D97E-542F-4C9F-A825-8327EE9765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492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492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1A5CCA-5D6E-4167-B8AD-D1E94ED6DB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21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956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9760" y="1600200"/>
            <a:ext cx="403956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2128F2-6C09-46A3-9C31-819CB4DE85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21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6520" y="1535040"/>
            <a:ext cx="404280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6520" y="2174760"/>
            <a:ext cx="404280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C731BE-DAE0-434A-A521-1BD697136F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21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5B0D3F-7CC4-497D-919B-C2B7A1E9F6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3C0A4B-ED30-4A82-BD71-5B6217CBAB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888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6240" y="272880"/>
            <a:ext cx="51130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888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FC6289-B76C-468C-BA06-2000C9CEFA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800" y="4800600"/>
            <a:ext cx="54878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792800" y="612720"/>
            <a:ext cx="5487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800" y="5367240"/>
            <a:ext cx="54878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5160" y="6356520"/>
            <a:ext cx="28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524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958DDF-B2D7-421E-92F6-2C0243C8F6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976680" y="900000"/>
            <a:ext cx="10363320" cy="40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4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Python, Deep Learning and Computer Vision</a:t>
            </a:r>
            <a:endParaRPr lang="it-IT" sz="4400" b="1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6699CC"/>
                </a:solidFill>
                <a:effectLst/>
                <a:uFillTx/>
                <a:latin typeface="Calibri"/>
              </a:rPr>
              <a:t>Tentativo di implementazione di un modello di Machine Learning predittivo delle complicanze neonatali e materne, basato sui Big Data della natalità statunitense (NBER / NVSS)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6699CC"/>
                </a:solidFill>
                <a:effectLst/>
                <a:uFillTx/>
                <a:latin typeface="Calibri"/>
              </a:rPr>
              <a:t>Roberto Vicini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457200"/>
            <a:ext cx="11278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Obiettivo e Contesto Sanitario</a:t>
            </a:r>
            <a:endParaRPr lang="it-IT" sz="3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457200" y="1645920"/>
            <a:ext cx="11278080" cy="38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La Sfida Clinica: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Gli eventi avversi materni e neonatali sono statisticamente rari ma estremamente critici. Identificarli precocemente permette di salvare vite e ottimizzare le risorse ospedaliere.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La Soluzione Proposta: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Sfruttare i modelli predittivi e i dati storici strutturati per mappare e anticipare i fattori di rischio clinici latenti prima o durante il parto.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I Tre Target di Previsione del Modello: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  • Morbilità Materna: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monitoraggio di eventi gravi (es. rotture uterine, emorragie, ricoveri in terapia intensiva).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  • Complicazioni Neonatali: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eventi acuti post-parto (es. ventilazione assistita prolungata, ammissione immediata in TIN).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  • Anomalie Congenite: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identificazione precoce di malformazioni o alterazioni cromosomiche alla nascita (es. sindrome di Down).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457200" y="457200"/>
            <a:ext cx="11278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Analisi e Gestione dei Dati (Big Data)</a:t>
            </a:r>
            <a:endParaRPr lang="it-IT" sz="3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57200" y="1645920"/>
            <a:ext cx="11278080" cy="34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La Fonte Dati: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Registro Nazionale 'National Vital Statistics System' (NVSS) distribuito dal NBER statunitense, contenente oltre 2 milioni di record per singolo anno.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Le Feature di Input (Oltre 118 Indicatori):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  • Indicatori Demografici: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Età dei genitori, livello di istruzione complessivo, stato civile, area geografica.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  • Indicatori Clinici: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Peso alla nascita, età gestazionale esatta, livello di cure prenatali ricevute, anamnesi del parto.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Pre-processing e Pipeline di Pulizia: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Identificazione e rimozione dei valori mancanti codificati nei file Stata (es. codici errore 88, 99 convertiti in NaN). Normalizzazione  delle feature numeriche ed Encoding per le variabili categoriche.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57200" y="457200"/>
            <a:ext cx="11278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Pipeline di Machine Learning e Validazione</a:t>
            </a:r>
            <a:endParaRPr lang="it-IT" sz="3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1645920"/>
            <a:ext cx="11278080" cy="34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Algoritmo di Classificazione: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Scelta di XGBoost (XGBClassifier) in quanto viene indicato come ottimale per efficienza computazionale con strutture dati tabulari complesse, estese e fortemente sbilanciate.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Strategia di Validazione: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Implementazione di una Stratified 5-Fold Cross-Validation. Questo approccio è stato scelto per garantire che la rarità degli eventi clinici avversi sia equamente distribuita e preservata sia nel train che nel test set, evitando overfitting.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Mitigazione dello Sbilanciamento degli outcome: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  • Bilanciamento Algoritmico: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Calcolo del fattore 'scale_pos_weight' integrato direttamente in XGBoost sulla base del rapporto positivi/negativi degli outcome del train.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  • Soglia Dinamica: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Spostamento della soglia classica (0.50) calcolata analizzando la curva Precision-Recall per ottimizzare l'F1-Score specifico del target.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57200" y="457200"/>
            <a:ext cx="11278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Output del Modello e Sviluppi Futuri</a:t>
            </a:r>
            <a:endParaRPr lang="it-IT" sz="3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7200" y="1645920"/>
            <a:ext cx="11278080" cy="23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Analisi Comparativa delle Metriche: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Il framework confronta le prestazioni dei modelli standard con quelli calibrati. L'obiettivo è tracciare il miglior bilanciamento tra Precision (riduzione dei falsi allarmi clinici) e Recall (capacità di intercettare i veri casi a rischio).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Scalabilità e Limiti di Calcolo Correnti: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Attualmente la pipeline lavora su un campionamento statistico controllato (10% dei dati dell'anno 2023), dovuta alla indisponibilità di risorse hardware adeguate. Lo script è predisposto per una successiva espansione allo storico completo (1994-2024).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cp:lastPrinted>2026-10-23T09:46:37Z</cp:lastPrinted>
  <dcterms:modified xsi:type="dcterms:W3CDTF">2026-10-23T09:46:43Z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